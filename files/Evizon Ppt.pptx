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50" autoAdjust="0"/>
    <p:restoredTop sz="94660"/>
  </p:normalViewPr>
  <p:slideViewPr>
    <p:cSldViewPr snapToGrid="0">
      <p:cViewPr>
        <p:scale>
          <a:sx n="66" d="100"/>
          <a:sy n="66" d="100"/>
        </p:scale>
        <p:origin x="84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741CA1-75C7-4538-8033-5DBC34389D35}" type="doc">
      <dgm:prSet loTypeId="urn:microsoft.com/office/officeart/2005/8/layout/process1" loCatId="process" qsTypeId="urn:microsoft.com/office/officeart/2005/8/quickstyle/3d1" qsCatId="3D" csTypeId="urn:microsoft.com/office/officeart/2005/8/colors/colorful1" csCatId="colorful" phldr="1"/>
      <dgm:spPr/>
    </dgm:pt>
    <dgm:pt modelId="{5E4FC47C-B534-426B-A2D2-0001214830D1}">
      <dgm:prSet phldrT="[Text]"/>
      <dgm:spPr/>
      <dgm:t>
        <a:bodyPr/>
        <a:lstStyle/>
        <a:p>
          <a:r>
            <a:rPr lang="en-US" dirty="0" smtClean="0"/>
            <a:t>Upload</a:t>
          </a:r>
          <a:endParaRPr lang="en-US" dirty="0"/>
        </a:p>
      </dgm:t>
    </dgm:pt>
    <dgm:pt modelId="{317835B9-6A49-44DF-A4B7-128D3B09A8CF}" type="parTrans" cxnId="{C7FC5D6C-45F2-4532-9213-5BAA0A0370BF}">
      <dgm:prSet/>
      <dgm:spPr/>
      <dgm:t>
        <a:bodyPr/>
        <a:lstStyle/>
        <a:p>
          <a:endParaRPr lang="en-US"/>
        </a:p>
      </dgm:t>
    </dgm:pt>
    <dgm:pt modelId="{A4563E50-5A1B-43AB-B181-D6E1A6DED55A}" type="sibTrans" cxnId="{C7FC5D6C-45F2-4532-9213-5BAA0A0370BF}">
      <dgm:prSet/>
      <dgm:spPr/>
      <dgm:t>
        <a:bodyPr/>
        <a:lstStyle/>
        <a:p>
          <a:endParaRPr lang="en-US"/>
        </a:p>
      </dgm:t>
    </dgm:pt>
    <dgm:pt modelId="{75C22634-BD27-4610-A0CB-B0FD0DB64142}">
      <dgm:prSet phldrT="[Text]"/>
      <dgm:spPr/>
      <dgm:t>
        <a:bodyPr/>
        <a:lstStyle/>
        <a:p>
          <a:r>
            <a:rPr lang="en-US" dirty="0" smtClean="0"/>
            <a:t>AI Analyzes</a:t>
          </a:r>
          <a:endParaRPr lang="en-US" dirty="0"/>
        </a:p>
      </dgm:t>
    </dgm:pt>
    <dgm:pt modelId="{C1863F6C-89B9-4597-8611-C4E3E30D3532}" type="parTrans" cxnId="{73BE5C64-6FBC-4B9E-A205-BB18DDCE5D54}">
      <dgm:prSet/>
      <dgm:spPr/>
      <dgm:t>
        <a:bodyPr/>
        <a:lstStyle/>
        <a:p>
          <a:endParaRPr lang="en-US"/>
        </a:p>
      </dgm:t>
    </dgm:pt>
    <dgm:pt modelId="{6066E7D9-8A2A-4AD3-AA7B-003FB1D13D04}" type="sibTrans" cxnId="{73BE5C64-6FBC-4B9E-A205-BB18DDCE5D54}">
      <dgm:prSet/>
      <dgm:spPr/>
      <dgm:t>
        <a:bodyPr/>
        <a:lstStyle/>
        <a:p>
          <a:endParaRPr lang="en-US"/>
        </a:p>
      </dgm:t>
    </dgm:pt>
    <dgm:pt modelId="{E9D366CB-3BB8-45FA-8977-C3DA868D09A9}">
      <dgm:prSet phldrT="[Text]"/>
      <dgm:spPr/>
      <dgm:t>
        <a:bodyPr/>
        <a:lstStyle/>
        <a:p>
          <a:r>
            <a:rPr lang="en-US" dirty="0" smtClean="0"/>
            <a:t>Album Ready</a:t>
          </a:r>
          <a:endParaRPr lang="en-US" dirty="0"/>
        </a:p>
      </dgm:t>
    </dgm:pt>
    <dgm:pt modelId="{E91A725D-FE1C-412E-91FA-70283FDC80F9}" type="parTrans" cxnId="{F3CC6742-E558-40DA-A7E4-9A31367D0CC0}">
      <dgm:prSet/>
      <dgm:spPr/>
      <dgm:t>
        <a:bodyPr/>
        <a:lstStyle/>
        <a:p>
          <a:endParaRPr lang="en-US"/>
        </a:p>
      </dgm:t>
    </dgm:pt>
    <dgm:pt modelId="{DE427A24-9E9D-4867-AF98-A6F2154E2055}" type="sibTrans" cxnId="{F3CC6742-E558-40DA-A7E4-9A31367D0CC0}">
      <dgm:prSet/>
      <dgm:spPr/>
      <dgm:t>
        <a:bodyPr/>
        <a:lstStyle/>
        <a:p>
          <a:endParaRPr lang="en-US"/>
        </a:p>
      </dgm:t>
    </dgm:pt>
    <dgm:pt modelId="{F4D88D33-8EFE-4098-BCB8-724A4434DE73}" type="pres">
      <dgm:prSet presAssocID="{63741CA1-75C7-4538-8033-5DBC34389D35}" presName="Name0" presStyleCnt="0">
        <dgm:presLayoutVars>
          <dgm:dir/>
          <dgm:resizeHandles val="exact"/>
        </dgm:presLayoutVars>
      </dgm:prSet>
      <dgm:spPr/>
    </dgm:pt>
    <dgm:pt modelId="{A04A5BA6-9229-44F4-9DEE-AD17D5A396F0}" type="pres">
      <dgm:prSet presAssocID="{5E4FC47C-B534-426B-A2D2-0001214830D1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F5AD99-9CD5-44C3-BA2C-9B74C268686C}" type="pres">
      <dgm:prSet presAssocID="{A4563E50-5A1B-43AB-B181-D6E1A6DED55A}" presName="sibTrans" presStyleLbl="sibTrans2D1" presStyleIdx="0" presStyleCnt="2"/>
      <dgm:spPr/>
      <dgm:t>
        <a:bodyPr/>
        <a:lstStyle/>
        <a:p>
          <a:endParaRPr lang="en-US"/>
        </a:p>
      </dgm:t>
    </dgm:pt>
    <dgm:pt modelId="{FA90B14A-F625-45C8-8EB2-2F8230969014}" type="pres">
      <dgm:prSet presAssocID="{A4563E50-5A1B-43AB-B181-D6E1A6DED55A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F91C2850-F13A-4D47-A112-8E2DD63E93DB}" type="pres">
      <dgm:prSet presAssocID="{75C22634-BD27-4610-A0CB-B0FD0DB6414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E8FF9D-4AF2-41D4-A131-F70D74D7A284}" type="pres">
      <dgm:prSet presAssocID="{6066E7D9-8A2A-4AD3-AA7B-003FB1D13D0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CA755D14-FFDB-4360-8C26-987E0EAED898}" type="pres">
      <dgm:prSet presAssocID="{6066E7D9-8A2A-4AD3-AA7B-003FB1D13D04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551908B8-36DB-4D1C-8180-54F4AB41FCFF}" type="pres">
      <dgm:prSet presAssocID="{E9D366CB-3BB8-45FA-8977-C3DA868D09A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74177CB-E5AC-435E-B499-1058311B6365}" type="presOf" srcId="{75C22634-BD27-4610-A0CB-B0FD0DB64142}" destId="{F91C2850-F13A-4D47-A112-8E2DD63E93DB}" srcOrd="0" destOrd="0" presId="urn:microsoft.com/office/officeart/2005/8/layout/process1"/>
    <dgm:cxn modelId="{35F1CE8B-DC45-4C76-9A33-FA58D3951EDE}" type="presOf" srcId="{6066E7D9-8A2A-4AD3-AA7B-003FB1D13D04}" destId="{CA755D14-FFDB-4360-8C26-987E0EAED898}" srcOrd="1" destOrd="0" presId="urn:microsoft.com/office/officeart/2005/8/layout/process1"/>
    <dgm:cxn modelId="{C8F1300A-0AF6-4706-B01A-C86B61BFDD93}" type="presOf" srcId="{E9D366CB-3BB8-45FA-8977-C3DA868D09A9}" destId="{551908B8-36DB-4D1C-8180-54F4AB41FCFF}" srcOrd="0" destOrd="0" presId="urn:microsoft.com/office/officeart/2005/8/layout/process1"/>
    <dgm:cxn modelId="{93022688-5F33-4231-A467-069AC89A2A75}" type="presOf" srcId="{A4563E50-5A1B-43AB-B181-D6E1A6DED55A}" destId="{27F5AD99-9CD5-44C3-BA2C-9B74C268686C}" srcOrd="0" destOrd="0" presId="urn:microsoft.com/office/officeart/2005/8/layout/process1"/>
    <dgm:cxn modelId="{A250B769-F9C2-43DB-B1AF-AFDD07CDB4A0}" type="presOf" srcId="{A4563E50-5A1B-43AB-B181-D6E1A6DED55A}" destId="{FA90B14A-F625-45C8-8EB2-2F8230969014}" srcOrd="1" destOrd="0" presId="urn:microsoft.com/office/officeart/2005/8/layout/process1"/>
    <dgm:cxn modelId="{73BE5C64-6FBC-4B9E-A205-BB18DDCE5D54}" srcId="{63741CA1-75C7-4538-8033-5DBC34389D35}" destId="{75C22634-BD27-4610-A0CB-B0FD0DB64142}" srcOrd="1" destOrd="0" parTransId="{C1863F6C-89B9-4597-8611-C4E3E30D3532}" sibTransId="{6066E7D9-8A2A-4AD3-AA7B-003FB1D13D04}"/>
    <dgm:cxn modelId="{F3CC6742-E558-40DA-A7E4-9A31367D0CC0}" srcId="{63741CA1-75C7-4538-8033-5DBC34389D35}" destId="{E9D366CB-3BB8-45FA-8977-C3DA868D09A9}" srcOrd="2" destOrd="0" parTransId="{E91A725D-FE1C-412E-91FA-70283FDC80F9}" sibTransId="{DE427A24-9E9D-4867-AF98-A6F2154E2055}"/>
    <dgm:cxn modelId="{C7FC5D6C-45F2-4532-9213-5BAA0A0370BF}" srcId="{63741CA1-75C7-4538-8033-5DBC34389D35}" destId="{5E4FC47C-B534-426B-A2D2-0001214830D1}" srcOrd="0" destOrd="0" parTransId="{317835B9-6A49-44DF-A4B7-128D3B09A8CF}" sibTransId="{A4563E50-5A1B-43AB-B181-D6E1A6DED55A}"/>
    <dgm:cxn modelId="{71B6B17F-BEE1-4C8D-AE4C-E54420040F5D}" type="presOf" srcId="{5E4FC47C-B534-426B-A2D2-0001214830D1}" destId="{A04A5BA6-9229-44F4-9DEE-AD17D5A396F0}" srcOrd="0" destOrd="0" presId="urn:microsoft.com/office/officeart/2005/8/layout/process1"/>
    <dgm:cxn modelId="{36FB7A82-BFA3-40CA-9FAA-306B247FB99A}" type="presOf" srcId="{63741CA1-75C7-4538-8033-5DBC34389D35}" destId="{F4D88D33-8EFE-4098-BCB8-724A4434DE73}" srcOrd="0" destOrd="0" presId="urn:microsoft.com/office/officeart/2005/8/layout/process1"/>
    <dgm:cxn modelId="{1472C251-3FC3-4307-858A-E2A642CCB53C}" type="presOf" srcId="{6066E7D9-8A2A-4AD3-AA7B-003FB1D13D04}" destId="{C4E8FF9D-4AF2-41D4-A131-F70D74D7A284}" srcOrd="0" destOrd="0" presId="urn:microsoft.com/office/officeart/2005/8/layout/process1"/>
    <dgm:cxn modelId="{4292E790-F33E-4B0A-AD7E-AC6C41C7FCF0}" type="presParOf" srcId="{F4D88D33-8EFE-4098-BCB8-724A4434DE73}" destId="{A04A5BA6-9229-44F4-9DEE-AD17D5A396F0}" srcOrd="0" destOrd="0" presId="urn:microsoft.com/office/officeart/2005/8/layout/process1"/>
    <dgm:cxn modelId="{ED0C81E5-313B-41B8-A78C-EDB0E3D6B0C4}" type="presParOf" srcId="{F4D88D33-8EFE-4098-BCB8-724A4434DE73}" destId="{27F5AD99-9CD5-44C3-BA2C-9B74C268686C}" srcOrd="1" destOrd="0" presId="urn:microsoft.com/office/officeart/2005/8/layout/process1"/>
    <dgm:cxn modelId="{8F525DA2-301E-4F0A-993A-369D5B1D2D16}" type="presParOf" srcId="{27F5AD99-9CD5-44C3-BA2C-9B74C268686C}" destId="{FA90B14A-F625-45C8-8EB2-2F8230969014}" srcOrd="0" destOrd="0" presId="urn:microsoft.com/office/officeart/2005/8/layout/process1"/>
    <dgm:cxn modelId="{051CBE50-6279-4A8C-95FC-C7F402606E4D}" type="presParOf" srcId="{F4D88D33-8EFE-4098-BCB8-724A4434DE73}" destId="{F91C2850-F13A-4D47-A112-8E2DD63E93DB}" srcOrd="2" destOrd="0" presId="urn:microsoft.com/office/officeart/2005/8/layout/process1"/>
    <dgm:cxn modelId="{84D26966-7340-46AA-9AF7-5B9A364474BC}" type="presParOf" srcId="{F4D88D33-8EFE-4098-BCB8-724A4434DE73}" destId="{C4E8FF9D-4AF2-41D4-A131-F70D74D7A284}" srcOrd="3" destOrd="0" presId="urn:microsoft.com/office/officeart/2005/8/layout/process1"/>
    <dgm:cxn modelId="{C25C7EC7-E0AF-46C6-B56D-B490AC1A939E}" type="presParOf" srcId="{C4E8FF9D-4AF2-41D4-A131-F70D74D7A284}" destId="{CA755D14-FFDB-4360-8C26-987E0EAED898}" srcOrd="0" destOrd="0" presId="urn:microsoft.com/office/officeart/2005/8/layout/process1"/>
    <dgm:cxn modelId="{1C267A1C-5DDA-4F4B-BA70-EB7AE451455A}" type="presParOf" srcId="{F4D88D33-8EFE-4098-BCB8-724A4434DE73}" destId="{551908B8-36DB-4D1C-8180-54F4AB41FCF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B4F799-B5A7-45C9-B308-419521D9084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028EEF7-6B65-485A-9A8C-74CDE2F62F2B}">
      <dgm:prSet phldrT="[Text]"/>
      <dgm:spPr/>
      <dgm:t>
        <a:bodyPr/>
        <a:lstStyle/>
        <a:p>
          <a:r>
            <a:rPr lang="en-US" dirty="0" smtClean="0"/>
            <a:t>Detection</a:t>
          </a:r>
          <a:endParaRPr lang="en-US" dirty="0"/>
        </a:p>
      </dgm:t>
    </dgm:pt>
    <dgm:pt modelId="{19FF2D9D-5E74-4B82-81EE-1CFB61AF9867}" type="parTrans" cxnId="{C0B2C476-D69E-4440-9F27-C13EA97BDCA3}">
      <dgm:prSet/>
      <dgm:spPr/>
      <dgm:t>
        <a:bodyPr/>
        <a:lstStyle/>
        <a:p>
          <a:endParaRPr lang="en-US"/>
        </a:p>
      </dgm:t>
    </dgm:pt>
    <dgm:pt modelId="{712442AB-B096-4652-8BFA-F54924DF5259}" type="sibTrans" cxnId="{C0B2C476-D69E-4440-9F27-C13EA97BDCA3}">
      <dgm:prSet/>
      <dgm:spPr/>
      <dgm:t>
        <a:bodyPr/>
        <a:lstStyle/>
        <a:p>
          <a:endParaRPr lang="en-US"/>
        </a:p>
      </dgm:t>
    </dgm:pt>
    <dgm:pt modelId="{36EADAF6-F888-4762-ADC9-D2309219DFDE}">
      <dgm:prSet phldrT="[Text]"/>
      <dgm:spPr/>
      <dgm:t>
        <a:bodyPr/>
        <a:lstStyle/>
        <a:p>
          <a:r>
            <a:rPr lang="en-US" dirty="0" smtClean="0"/>
            <a:t>Organization</a:t>
          </a:r>
          <a:endParaRPr lang="en-US" dirty="0"/>
        </a:p>
      </dgm:t>
    </dgm:pt>
    <dgm:pt modelId="{3CDE4F23-1262-45A3-955F-68C75EE645DA}" type="parTrans" cxnId="{A52B5B69-38C5-43B5-8E0F-BCE81E3E579A}">
      <dgm:prSet/>
      <dgm:spPr/>
      <dgm:t>
        <a:bodyPr/>
        <a:lstStyle/>
        <a:p>
          <a:endParaRPr lang="en-US"/>
        </a:p>
      </dgm:t>
    </dgm:pt>
    <dgm:pt modelId="{CE5F0BA0-20DD-4AC0-9317-9FF8053B3F5B}" type="sibTrans" cxnId="{A52B5B69-38C5-43B5-8E0F-BCE81E3E579A}">
      <dgm:prSet/>
      <dgm:spPr/>
      <dgm:t>
        <a:bodyPr/>
        <a:lstStyle/>
        <a:p>
          <a:endParaRPr lang="en-US"/>
        </a:p>
      </dgm:t>
    </dgm:pt>
    <dgm:pt modelId="{242F69B6-E226-4C81-BE66-89D4A2241FDA}">
      <dgm:prSet phldrT="[Text]"/>
      <dgm:spPr/>
      <dgm:t>
        <a:bodyPr/>
        <a:lstStyle/>
        <a:p>
          <a:r>
            <a:rPr lang="en-US" dirty="0" smtClean="0"/>
            <a:t>Cleaning</a:t>
          </a:r>
          <a:endParaRPr lang="en-US" dirty="0"/>
        </a:p>
      </dgm:t>
    </dgm:pt>
    <dgm:pt modelId="{91BEFFC7-0875-4403-898B-8DB4D3512988}" type="parTrans" cxnId="{FBF9C17D-6FB6-4CE9-B3B0-39CA1ACCCD31}">
      <dgm:prSet/>
      <dgm:spPr/>
      <dgm:t>
        <a:bodyPr/>
        <a:lstStyle/>
        <a:p>
          <a:endParaRPr lang="en-US"/>
        </a:p>
      </dgm:t>
    </dgm:pt>
    <dgm:pt modelId="{B8F703A5-A850-4DB2-A4C2-890095CAEE37}" type="sibTrans" cxnId="{FBF9C17D-6FB6-4CE9-B3B0-39CA1ACCCD31}">
      <dgm:prSet/>
      <dgm:spPr/>
      <dgm:t>
        <a:bodyPr/>
        <a:lstStyle/>
        <a:p>
          <a:endParaRPr lang="en-US"/>
        </a:p>
      </dgm:t>
    </dgm:pt>
    <dgm:pt modelId="{3E759E23-D342-4C45-B4A8-3288036A48EC}">
      <dgm:prSet phldrT="[Text]"/>
      <dgm:spPr/>
      <dgm:t>
        <a:bodyPr/>
        <a:lstStyle/>
        <a:p>
          <a:r>
            <a:rPr lang="en-US" dirty="0" smtClean="0"/>
            <a:t>Creation</a:t>
          </a:r>
          <a:endParaRPr lang="en-US" dirty="0"/>
        </a:p>
      </dgm:t>
    </dgm:pt>
    <dgm:pt modelId="{71DA5A10-D2BF-4A96-9869-776790419964}" type="sibTrans" cxnId="{80B2B749-BF59-4716-8C76-FD19B2EFFB6E}">
      <dgm:prSet/>
      <dgm:spPr/>
      <dgm:t>
        <a:bodyPr/>
        <a:lstStyle/>
        <a:p>
          <a:endParaRPr lang="en-US"/>
        </a:p>
      </dgm:t>
    </dgm:pt>
    <dgm:pt modelId="{97CBA90C-ECEF-49FF-82D1-EEB97DFAA52C}" type="parTrans" cxnId="{80B2B749-BF59-4716-8C76-FD19B2EFFB6E}">
      <dgm:prSet/>
      <dgm:spPr/>
      <dgm:t>
        <a:bodyPr/>
        <a:lstStyle/>
        <a:p>
          <a:endParaRPr lang="en-US"/>
        </a:p>
      </dgm:t>
    </dgm:pt>
    <dgm:pt modelId="{AC29DB1F-02C7-472B-8737-83C05B94C931}" type="pres">
      <dgm:prSet presAssocID="{05B4F799-B5A7-45C9-B308-419521D9084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344B6F4-83AD-4EE2-9E26-2BD875FE2D89}" type="pres">
      <dgm:prSet presAssocID="{C028EEF7-6B65-485A-9A8C-74CDE2F62F2B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061713-A36B-47E1-A0A2-C33308BCEB73}" type="pres">
      <dgm:prSet presAssocID="{712442AB-B096-4652-8BFA-F54924DF5259}" presName="sibTrans" presStyleCnt="0"/>
      <dgm:spPr/>
    </dgm:pt>
    <dgm:pt modelId="{1AE2A3A4-ED84-4AFF-9D64-BCD502AEC8E9}" type="pres">
      <dgm:prSet presAssocID="{36EADAF6-F888-4762-ADC9-D2309219DFDE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2AAA22-1D5E-4402-BC4E-5F4C7BBFDEA5}" type="pres">
      <dgm:prSet presAssocID="{CE5F0BA0-20DD-4AC0-9317-9FF8053B3F5B}" presName="sibTrans" presStyleCnt="0"/>
      <dgm:spPr/>
    </dgm:pt>
    <dgm:pt modelId="{1377EF46-B319-4A11-B48B-6B47AFAA90C2}" type="pres">
      <dgm:prSet presAssocID="{242F69B6-E226-4C81-BE66-89D4A2241FDA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DDBDF2-81A1-4DEE-8BBC-458447903D09}" type="pres">
      <dgm:prSet presAssocID="{B8F703A5-A850-4DB2-A4C2-890095CAEE37}" presName="sibTrans" presStyleCnt="0"/>
      <dgm:spPr/>
    </dgm:pt>
    <dgm:pt modelId="{55FD9339-571C-411F-8AB8-F88B121BB759}" type="pres">
      <dgm:prSet presAssocID="{3E759E23-D342-4C45-B4A8-3288036A48E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CEA149B-2EC5-4A0D-833D-7338D10968E6}" type="presOf" srcId="{36EADAF6-F888-4762-ADC9-D2309219DFDE}" destId="{1AE2A3A4-ED84-4AFF-9D64-BCD502AEC8E9}" srcOrd="0" destOrd="0" presId="urn:microsoft.com/office/officeart/2005/8/layout/default"/>
    <dgm:cxn modelId="{C0B2C476-D69E-4440-9F27-C13EA97BDCA3}" srcId="{05B4F799-B5A7-45C9-B308-419521D90848}" destId="{C028EEF7-6B65-485A-9A8C-74CDE2F62F2B}" srcOrd="0" destOrd="0" parTransId="{19FF2D9D-5E74-4B82-81EE-1CFB61AF9867}" sibTransId="{712442AB-B096-4652-8BFA-F54924DF5259}"/>
    <dgm:cxn modelId="{7C0AA151-061D-40FF-839A-55E62954B83D}" type="presOf" srcId="{3E759E23-D342-4C45-B4A8-3288036A48EC}" destId="{55FD9339-571C-411F-8AB8-F88B121BB759}" srcOrd="0" destOrd="0" presId="urn:microsoft.com/office/officeart/2005/8/layout/default"/>
    <dgm:cxn modelId="{FD09C330-43CB-4A80-A828-AB3E86F3E43D}" type="presOf" srcId="{05B4F799-B5A7-45C9-B308-419521D90848}" destId="{AC29DB1F-02C7-472B-8737-83C05B94C931}" srcOrd="0" destOrd="0" presId="urn:microsoft.com/office/officeart/2005/8/layout/default"/>
    <dgm:cxn modelId="{DCD66C15-219C-4314-8EFB-E41A6141D6F3}" type="presOf" srcId="{242F69B6-E226-4C81-BE66-89D4A2241FDA}" destId="{1377EF46-B319-4A11-B48B-6B47AFAA90C2}" srcOrd="0" destOrd="0" presId="urn:microsoft.com/office/officeart/2005/8/layout/default"/>
    <dgm:cxn modelId="{2783AB96-34FF-474B-B9E2-1AA823128994}" type="presOf" srcId="{C028EEF7-6B65-485A-9A8C-74CDE2F62F2B}" destId="{A344B6F4-83AD-4EE2-9E26-2BD875FE2D89}" srcOrd="0" destOrd="0" presId="urn:microsoft.com/office/officeart/2005/8/layout/default"/>
    <dgm:cxn modelId="{80B2B749-BF59-4716-8C76-FD19B2EFFB6E}" srcId="{05B4F799-B5A7-45C9-B308-419521D90848}" destId="{3E759E23-D342-4C45-B4A8-3288036A48EC}" srcOrd="3" destOrd="0" parTransId="{97CBA90C-ECEF-49FF-82D1-EEB97DFAA52C}" sibTransId="{71DA5A10-D2BF-4A96-9869-776790419964}"/>
    <dgm:cxn modelId="{FBF9C17D-6FB6-4CE9-B3B0-39CA1ACCCD31}" srcId="{05B4F799-B5A7-45C9-B308-419521D90848}" destId="{242F69B6-E226-4C81-BE66-89D4A2241FDA}" srcOrd="2" destOrd="0" parTransId="{91BEFFC7-0875-4403-898B-8DB4D3512988}" sibTransId="{B8F703A5-A850-4DB2-A4C2-890095CAEE37}"/>
    <dgm:cxn modelId="{A52B5B69-38C5-43B5-8E0F-BCE81E3E579A}" srcId="{05B4F799-B5A7-45C9-B308-419521D90848}" destId="{36EADAF6-F888-4762-ADC9-D2309219DFDE}" srcOrd="1" destOrd="0" parTransId="{3CDE4F23-1262-45A3-955F-68C75EE645DA}" sibTransId="{CE5F0BA0-20DD-4AC0-9317-9FF8053B3F5B}"/>
    <dgm:cxn modelId="{E22D1C8E-14D7-4806-8AC8-17378DC7B83A}" type="presParOf" srcId="{AC29DB1F-02C7-472B-8737-83C05B94C931}" destId="{A344B6F4-83AD-4EE2-9E26-2BD875FE2D89}" srcOrd="0" destOrd="0" presId="urn:microsoft.com/office/officeart/2005/8/layout/default"/>
    <dgm:cxn modelId="{827550B1-8E21-4C96-9197-C2E639A082FB}" type="presParOf" srcId="{AC29DB1F-02C7-472B-8737-83C05B94C931}" destId="{6B061713-A36B-47E1-A0A2-C33308BCEB73}" srcOrd="1" destOrd="0" presId="urn:microsoft.com/office/officeart/2005/8/layout/default"/>
    <dgm:cxn modelId="{8B4B67EC-BFCA-4BF3-BCF4-AA8F227821B6}" type="presParOf" srcId="{AC29DB1F-02C7-472B-8737-83C05B94C931}" destId="{1AE2A3A4-ED84-4AFF-9D64-BCD502AEC8E9}" srcOrd="2" destOrd="0" presId="urn:microsoft.com/office/officeart/2005/8/layout/default"/>
    <dgm:cxn modelId="{0AB56ACC-7EEF-407B-A477-F4B93ECD21D9}" type="presParOf" srcId="{AC29DB1F-02C7-472B-8737-83C05B94C931}" destId="{702AAA22-1D5E-4402-BC4E-5F4C7BBFDEA5}" srcOrd="3" destOrd="0" presId="urn:microsoft.com/office/officeart/2005/8/layout/default"/>
    <dgm:cxn modelId="{311ABF98-3EE3-4A5A-847A-DC7D5E35E4D8}" type="presParOf" srcId="{AC29DB1F-02C7-472B-8737-83C05B94C931}" destId="{1377EF46-B319-4A11-B48B-6B47AFAA90C2}" srcOrd="4" destOrd="0" presId="urn:microsoft.com/office/officeart/2005/8/layout/default"/>
    <dgm:cxn modelId="{3B6CCED6-136A-495B-B356-62EA35D83BC1}" type="presParOf" srcId="{AC29DB1F-02C7-472B-8737-83C05B94C931}" destId="{AFDDBDF2-81A1-4DEE-8BBC-458447903D09}" srcOrd="5" destOrd="0" presId="urn:microsoft.com/office/officeart/2005/8/layout/default"/>
    <dgm:cxn modelId="{102F8A6F-0C9A-4224-89A0-2DACA08DED0D}" type="presParOf" srcId="{AC29DB1F-02C7-472B-8737-83C05B94C931}" destId="{55FD9339-571C-411F-8AB8-F88B121BB75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A5BA6-9229-44F4-9DEE-AD17D5A396F0}">
      <dsp:nvSpPr>
        <dsp:cNvPr id="0" name=""/>
        <dsp:cNvSpPr/>
      </dsp:nvSpPr>
      <dsp:spPr>
        <a:xfrm>
          <a:off x="7657" y="1224753"/>
          <a:ext cx="2288654" cy="13731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Upload</a:t>
          </a:r>
          <a:endParaRPr lang="en-US" sz="3600" kern="1200" dirty="0"/>
        </a:p>
      </dsp:txBody>
      <dsp:txXfrm>
        <a:off x="47876" y="1264972"/>
        <a:ext cx="2208216" cy="1292754"/>
      </dsp:txXfrm>
    </dsp:sp>
    <dsp:sp modelId="{27F5AD99-9CD5-44C3-BA2C-9B74C268686C}">
      <dsp:nvSpPr>
        <dsp:cNvPr id="0" name=""/>
        <dsp:cNvSpPr/>
      </dsp:nvSpPr>
      <dsp:spPr>
        <a:xfrm>
          <a:off x="2525176" y="1627556"/>
          <a:ext cx="485194" cy="56758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/>
        </a:p>
      </dsp:txBody>
      <dsp:txXfrm>
        <a:off x="2525176" y="1741073"/>
        <a:ext cx="339636" cy="340552"/>
      </dsp:txXfrm>
    </dsp:sp>
    <dsp:sp modelId="{F91C2850-F13A-4D47-A112-8E2DD63E93DB}">
      <dsp:nvSpPr>
        <dsp:cNvPr id="0" name=""/>
        <dsp:cNvSpPr/>
      </dsp:nvSpPr>
      <dsp:spPr>
        <a:xfrm>
          <a:off x="3211772" y="1224753"/>
          <a:ext cx="2288654" cy="13731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3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AI Analyzes</a:t>
          </a:r>
          <a:endParaRPr lang="en-US" sz="3600" kern="1200" dirty="0"/>
        </a:p>
      </dsp:txBody>
      <dsp:txXfrm>
        <a:off x="3251991" y="1264972"/>
        <a:ext cx="2208216" cy="1292754"/>
      </dsp:txXfrm>
    </dsp:sp>
    <dsp:sp modelId="{C4E8FF9D-4AF2-41D4-A131-F70D74D7A284}">
      <dsp:nvSpPr>
        <dsp:cNvPr id="0" name=""/>
        <dsp:cNvSpPr/>
      </dsp:nvSpPr>
      <dsp:spPr>
        <a:xfrm>
          <a:off x="5729292" y="1627556"/>
          <a:ext cx="485194" cy="56758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3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/>
        </a:p>
      </dsp:txBody>
      <dsp:txXfrm>
        <a:off x="5729292" y="1741073"/>
        <a:ext cx="339636" cy="340552"/>
      </dsp:txXfrm>
    </dsp:sp>
    <dsp:sp modelId="{551908B8-36DB-4D1C-8180-54F4AB41FCFF}">
      <dsp:nvSpPr>
        <dsp:cNvPr id="0" name=""/>
        <dsp:cNvSpPr/>
      </dsp:nvSpPr>
      <dsp:spPr>
        <a:xfrm>
          <a:off x="6415888" y="1224753"/>
          <a:ext cx="2288654" cy="13731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4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4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Album Ready</a:t>
          </a:r>
          <a:endParaRPr lang="en-US" sz="3600" kern="1200" dirty="0"/>
        </a:p>
      </dsp:txBody>
      <dsp:txXfrm>
        <a:off x="6456107" y="1264972"/>
        <a:ext cx="2208216" cy="12927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4B6F4-83AD-4EE2-9E26-2BD875FE2D89}">
      <dsp:nvSpPr>
        <dsp:cNvPr id="0" name=""/>
        <dsp:cNvSpPr/>
      </dsp:nvSpPr>
      <dsp:spPr>
        <a:xfrm>
          <a:off x="617" y="342979"/>
          <a:ext cx="2406364" cy="14438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Detection</a:t>
          </a:r>
          <a:endParaRPr lang="en-US" sz="3200" kern="1200" dirty="0"/>
        </a:p>
      </dsp:txBody>
      <dsp:txXfrm>
        <a:off x="617" y="342979"/>
        <a:ext cx="2406364" cy="1443818"/>
      </dsp:txXfrm>
    </dsp:sp>
    <dsp:sp modelId="{1AE2A3A4-ED84-4AFF-9D64-BCD502AEC8E9}">
      <dsp:nvSpPr>
        <dsp:cNvPr id="0" name=""/>
        <dsp:cNvSpPr/>
      </dsp:nvSpPr>
      <dsp:spPr>
        <a:xfrm>
          <a:off x="2647618" y="342979"/>
          <a:ext cx="2406364" cy="14438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Organization</a:t>
          </a:r>
          <a:endParaRPr lang="en-US" sz="3200" kern="1200" dirty="0"/>
        </a:p>
      </dsp:txBody>
      <dsp:txXfrm>
        <a:off x="2647618" y="342979"/>
        <a:ext cx="2406364" cy="1443818"/>
      </dsp:txXfrm>
    </dsp:sp>
    <dsp:sp modelId="{1377EF46-B319-4A11-B48B-6B47AFAA90C2}">
      <dsp:nvSpPr>
        <dsp:cNvPr id="0" name=""/>
        <dsp:cNvSpPr/>
      </dsp:nvSpPr>
      <dsp:spPr>
        <a:xfrm>
          <a:off x="617" y="2027434"/>
          <a:ext cx="2406364" cy="144381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Cleaning</a:t>
          </a:r>
          <a:endParaRPr lang="en-US" sz="3200" kern="1200" dirty="0"/>
        </a:p>
      </dsp:txBody>
      <dsp:txXfrm>
        <a:off x="617" y="2027434"/>
        <a:ext cx="2406364" cy="1443818"/>
      </dsp:txXfrm>
    </dsp:sp>
    <dsp:sp modelId="{55FD9339-571C-411F-8AB8-F88B121BB759}">
      <dsp:nvSpPr>
        <dsp:cNvPr id="0" name=""/>
        <dsp:cNvSpPr/>
      </dsp:nvSpPr>
      <dsp:spPr>
        <a:xfrm>
          <a:off x="2647618" y="2027434"/>
          <a:ext cx="2406364" cy="14438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Creation</a:t>
          </a:r>
          <a:endParaRPr lang="en-US" sz="3200" kern="1200" dirty="0"/>
        </a:p>
      </dsp:txBody>
      <dsp:txXfrm>
        <a:off x="2647618" y="2027434"/>
        <a:ext cx="2406364" cy="1443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396F-BCD6-453D-A888-DF2F7613BA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B12F-A73C-4036-9474-C30A70BEF10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14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396F-BCD6-453D-A888-DF2F7613BA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B12F-A73C-4036-9474-C30A70BE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1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396F-BCD6-453D-A888-DF2F7613BA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B12F-A73C-4036-9474-C30A70BEF10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20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396F-BCD6-453D-A888-DF2F7613BA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B12F-A73C-4036-9474-C30A70BE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9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396F-BCD6-453D-A888-DF2F7613BA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B12F-A73C-4036-9474-C30A70BE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92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396F-BCD6-453D-A888-DF2F7613BA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B12F-A73C-4036-9474-C30A70BE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49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396F-BCD6-453D-A888-DF2F7613BA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B12F-A73C-4036-9474-C30A70BE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62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27F396F-BCD6-453D-A888-DF2F7613BA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FDB12F-A73C-4036-9474-C30A70BE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6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396F-BCD6-453D-A888-DF2F7613BA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B12F-A73C-4036-9474-C30A70BE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21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396F-BCD6-453D-A888-DF2F7613BA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B12F-A73C-4036-9474-C30A70BE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99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396F-BCD6-453D-A888-DF2F7613BA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B12F-A73C-4036-9474-C30A70BE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86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27F396F-BCD6-453D-A888-DF2F7613BA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0FDB12F-A73C-4036-9474-C30A70BEF10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90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7850" y="1922383"/>
            <a:ext cx="4406900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 smtClean="0"/>
              <a:t>EVIZON</a:t>
            </a:r>
          </a:p>
          <a:p>
            <a:endParaRPr lang="en-US" sz="1100" u="sng" dirty="0" smtClean="0"/>
          </a:p>
          <a:p>
            <a:r>
              <a:rPr lang="en-US" sz="2800" dirty="0" smtClean="0">
                <a:latin typeface="+mj-lt"/>
              </a:rPr>
              <a:t>(From Chaos to Clarity)</a:t>
            </a:r>
            <a:endParaRPr lang="en-US" sz="2800" u="sng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7850" y="3445877"/>
            <a:ext cx="5760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“</a:t>
            </a:r>
            <a:r>
              <a:rPr lang="en-US" sz="2400" b="1" dirty="0" smtClean="0">
                <a:solidFill>
                  <a:srgbClr val="0070C0"/>
                </a:solidFill>
              </a:rPr>
              <a:t>AI-powered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Event Photo Tagging </a:t>
            </a:r>
            <a:r>
              <a:rPr lang="en-US" sz="2400" b="1" dirty="0" smtClean="0"/>
              <a:t>&amp; </a:t>
            </a:r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</a:rPr>
              <a:t>Archival System</a:t>
            </a:r>
            <a:r>
              <a:rPr lang="en-US" sz="2400" b="1" dirty="0" smtClean="0"/>
              <a:t>”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039100" y="6426200"/>
            <a:ext cx="438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Team </a:t>
            </a:r>
            <a:r>
              <a:rPr lang="en-US" b="1" dirty="0" err="1" smtClean="0"/>
              <a:t>ZenX</a:t>
            </a:r>
            <a:r>
              <a:rPr lang="en-US" b="1" dirty="0" smtClean="0"/>
              <a:t> Labs</a:t>
            </a:r>
            <a:r>
              <a:rPr lang="en-US" dirty="0" smtClean="0"/>
              <a:t> | </a:t>
            </a:r>
            <a:r>
              <a:rPr lang="en-US" dirty="0" err="1" smtClean="0"/>
              <a:t>Brainware</a:t>
            </a:r>
            <a:r>
              <a:rPr lang="en-US" dirty="0" smtClean="0"/>
              <a:t> AI Hackathon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700" y="0"/>
            <a:ext cx="6336792" cy="633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99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1575" y="279400"/>
            <a:ext cx="984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 dirty="0" smtClean="0"/>
              <a:t>The Hidden Chaos in University Event Photos</a:t>
            </a:r>
            <a:endParaRPr lang="en-US" sz="3200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1600200"/>
            <a:ext cx="64897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Hundreds of photos per event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Stored randomly across drives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Manual sorting takes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Documentation becomes painful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No centralized, searchable event archive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2" b="9075"/>
          <a:stretch/>
        </p:blipFill>
        <p:spPr>
          <a:xfrm>
            <a:off x="7162800" y="1600200"/>
            <a:ext cx="4406900" cy="32475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903716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1575" y="279400"/>
            <a:ext cx="984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 dirty="0" smtClean="0"/>
              <a:t>Why This Is a Serious Problem</a:t>
            </a:r>
            <a:endParaRPr lang="en-US" sz="3200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431800" y="1435102"/>
            <a:ext cx="7493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1 event → 200–400 photos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10–12 hours of manual effort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High chance of data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Affects NAAC, website, media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Repeats every semester across all departments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3"/>
          <a:stretch/>
        </p:blipFill>
        <p:spPr>
          <a:xfrm>
            <a:off x="7924800" y="1295402"/>
            <a:ext cx="3759200" cy="34459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887385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1575" y="279400"/>
            <a:ext cx="9848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u="sng" dirty="0" smtClean="0"/>
              <a:t>Meet </a:t>
            </a:r>
            <a:r>
              <a:rPr lang="en-US" sz="4800" u="sng" dirty="0" err="1" smtClean="0"/>
              <a:t>Evizon</a:t>
            </a:r>
            <a:r>
              <a:rPr lang="en-US" sz="4800" u="sng" dirty="0" smtClean="0"/>
              <a:t>!</a:t>
            </a:r>
            <a:endParaRPr lang="en-US" sz="4800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749300" y="1535093"/>
            <a:ext cx="10693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/>
              <a:t>An AI system that automatically understands, tags, cleans, and organizes university event photos</a:t>
            </a:r>
            <a:r>
              <a:rPr lang="en-US" i="1" dirty="0" smtClean="0"/>
              <a:t>.</a:t>
            </a:r>
            <a:endParaRPr lang="en-US" i="1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10589152"/>
              </p:ext>
            </p:extLst>
          </p:nvPr>
        </p:nvGraphicFramePr>
        <p:xfrm>
          <a:off x="1739900" y="2197100"/>
          <a:ext cx="8712200" cy="382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27058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1575" y="279400"/>
            <a:ext cx="9848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u="sng" dirty="0" smtClean="0"/>
              <a:t>Key Capabilities</a:t>
            </a:r>
            <a:endParaRPr lang="en-US" sz="4000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660400" y="1346200"/>
            <a:ext cx="74930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/>
              <a:t>Event type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/>
              <a:t>Banner &amp; poster text reading (OCR)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/>
              <a:t>Object &amp; scene tagging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/>
              <a:t>Face clustering (privacy-safe)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/>
              <a:t>Blur &amp; duplicate removal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smtClean="0"/>
              <a:t>Event-wise album creation</a:t>
            </a:r>
            <a:endParaRPr lang="en-US" sz="2600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080759302"/>
              </p:ext>
            </p:extLst>
          </p:nvPr>
        </p:nvGraphicFramePr>
        <p:xfrm>
          <a:off x="6489700" y="1508052"/>
          <a:ext cx="5054600" cy="3814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6358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1575" y="279400"/>
            <a:ext cx="984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 dirty="0" smtClean="0"/>
              <a:t>How </a:t>
            </a:r>
            <a:r>
              <a:rPr lang="en-US" sz="3200" u="sng" dirty="0" err="1" smtClean="0"/>
              <a:t>Evizon</a:t>
            </a:r>
            <a:r>
              <a:rPr lang="en-US" sz="3200" u="sng" dirty="0" smtClean="0"/>
              <a:t> Works ?</a:t>
            </a:r>
            <a:endParaRPr lang="en-US" sz="3200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723900" y="1257300"/>
            <a:ext cx="74930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cs typeface="Arial" panose="020B0604020202020204" pitchFamily="34" charset="0"/>
              </a:rPr>
              <a:t>Workflow of </a:t>
            </a:r>
            <a:r>
              <a:rPr lang="en-US" sz="2800" b="1" u="sng" dirty="0" err="1" smtClean="0">
                <a:solidFill>
                  <a:srgbClr val="0070C0"/>
                </a:solidFill>
                <a:cs typeface="Arial" panose="020B0604020202020204" pitchFamily="34" charset="0"/>
              </a:rPr>
              <a:t>Evizon</a:t>
            </a:r>
            <a:r>
              <a:rPr lang="en-US" sz="2800" b="1" u="sng" dirty="0" smtClean="0">
                <a:cs typeface="Arial" panose="020B0604020202020204" pitchFamily="34" charset="0"/>
              </a:rPr>
              <a:t> :</a:t>
            </a:r>
          </a:p>
          <a:p>
            <a:endParaRPr lang="en-US" sz="2800" b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Upload event photos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Vision AI + OCR analysis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Tagging, clustering &amp; filtering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Structured event albums generated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Download &amp; archive</a:t>
            </a:r>
            <a:endParaRPr lang="en-US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9" b="9445"/>
          <a:stretch/>
        </p:blipFill>
        <p:spPr>
          <a:xfrm>
            <a:off x="7023100" y="1320800"/>
            <a:ext cx="4826000" cy="3941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739403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1575" y="279400"/>
            <a:ext cx="984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 dirty="0" smtClean="0"/>
              <a:t>Why </a:t>
            </a:r>
            <a:r>
              <a:rPr lang="en-US" sz="3200" u="sng" dirty="0" err="1" smtClean="0"/>
              <a:t>Evizon</a:t>
            </a:r>
            <a:r>
              <a:rPr lang="en-US" sz="3200" u="sng" dirty="0" smtClean="0"/>
              <a:t> Stands Out!</a:t>
            </a:r>
            <a:endParaRPr lang="en-US" sz="3200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647700" y="1308100"/>
            <a:ext cx="7493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Built specifically for university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Not a generic photo organizer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Privacy-safe face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End-to-end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Scalable across institutions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7" b="16481"/>
          <a:stretch/>
        </p:blipFill>
        <p:spPr>
          <a:xfrm>
            <a:off x="5765799" y="1701903"/>
            <a:ext cx="5826279" cy="38733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597947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1575" y="279400"/>
            <a:ext cx="9848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 dirty="0" smtClean="0"/>
              <a:t>Tech Behind </a:t>
            </a:r>
            <a:r>
              <a:rPr lang="en-US" sz="3200" u="sng" dirty="0" err="1" smtClean="0"/>
              <a:t>Evizon</a:t>
            </a:r>
            <a:endParaRPr lang="en-US" sz="3200" u="sng" dirty="0"/>
          </a:p>
        </p:txBody>
      </p:sp>
      <p:sp>
        <p:nvSpPr>
          <p:cNvPr id="4" name="Rectangle 3"/>
          <p:cNvSpPr/>
          <p:nvPr/>
        </p:nvSpPr>
        <p:spPr>
          <a:xfrm>
            <a:off x="1069975" y="1144150"/>
            <a:ext cx="3937000" cy="21494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75525" y="3858602"/>
            <a:ext cx="3721100" cy="2148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69973" y="3860045"/>
            <a:ext cx="3937000" cy="2148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375525" y="1169550"/>
            <a:ext cx="3721100" cy="21494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281834" y="1353998"/>
            <a:ext cx="36131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 smtClean="0"/>
              <a:t>AI / Vision Models</a:t>
            </a:r>
            <a:endParaRPr lang="en-US" sz="2600" dirty="0"/>
          </a:p>
        </p:txBody>
      </p:sp>
      <p:sp>
        <p:nvSpPr>
          <p:cNvPr id="9" name="TextBox 8"/>
          <p:cNvSpPr txBox="1"/>
          <p:nvPr/>
        </p:nvSpPr>
        <p:spPr>
          <a:xfrm>
            <a:off x="7761289" y="4018026"/>
            <a:ext cx="29495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 smtClean="0"/>
              <a:t>Frontend &amp; Storage</a:t>
            </a:r>
            <a:endParaRPr lang="en-US" sz="2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285037" y="1285269"/>
            <a:ext cx="38830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 smtClean="0"/>
              <a:t>Text &amp; Image Processing</a:t>
            </a:r>
            <a:endParaRPr lang="en-US" sz="26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582735" y="4019470"/>
            <a:ext cx="28860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 smtClean="0"/>
              <a:t>Backend &amp; Logic</a:t>
            </a:r>
            <a:endParaRPr lang="en-US" sz="26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946273" y="1883429"/>
            <a:ext cx="21844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YOLOv8</a:t>
            </a:r>
          </a:p>
          <a:p>
            <a:pPr algn="ctr"/>
            <a:r>
              <a:rPr lang="en-US" sz="2400" dirty="0" err="1" smtClean="0"/>
              <a:t>MediaPipe</a:t>
            </a:r>
            <a:endParaRPr lang="en-US" sz="2400" dirty="0" smtClean="0"/>
          </a:p>
          <a:p>
            <a:pPr algn="ctr"/>
            <a:r>
              <a:rPr lang="en-US" sz="2400" dirty="0" err="1" smtClean="0"/>
              <a:t>OpenCV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048624" y="2083087"/>
            <a:ext cx="2374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Tesseract OCR</a:t>
            </a:r>
          </a:p>
          <a:p>
            <a:pPr algn="ctr"/>
            <a:r>
              <a:rPr lang="en-US" sz="2400" dirty="0" err="1" smtClean="0"/>
              <a:t>EasyOCR</a:t>
            </a:r>
            <a:endParaRPr lang="en-US" sz="24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1946271" y="4663589"/>
            <a:ext cx="21844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Python</a:t>
            </a:r>
          </a:p>
          <a:p>
            <a:pPr algn="ctr"/>
            <a:r>
              <a:rPr lang="en-US" sz="2400" dirty="0" err="1" smtClean="0"/>
              <a:t>FastAPI</a:t>
            </a:r>
            <a:endParaRPr lang="en-US" sz="24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7875585" y="4669893"/>
            <a:ext cx="2740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React</a:t>
            </a:r>
          </a:p>
          <a:p>
            <a:pPr algn="ctr"/>
            <a:r>
              <a:rPr lang="en-US" sz="2400" dirty="0" err="1" smtClean="0"/>
              <a:t>Supabase</a:t>
            </a:r>
            <a:r>
              <a:rPr lang="en-US" sz="2400" dirty="0" smtClean="0"/>
              <a:t> / Firebase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200" y="2344132"/>
            <a:ext cx="2480539" cy="2480539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 flipV="1">
            <a:off x="6184469" y="1777712"/>
            <a:ext cx="1" cy="1136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184469" y="1789836"/>
            <a:ext cx="693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5537200" y="1789836"/>
            <a:ext cx="6472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184469" y="4296229"/>
            <a:ext cx="1" cy="1082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184469" y="5366073"/>
            <a:ext cx="647269" cy="6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5537200" y="5366072"/>
            <a:ext cx="647269" cy="12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8277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9450" y="1209368"/>
            <a:ext cx="6064250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u="sng" dirty="0" smtClean="0"/>
              <a:t>Thank You</a:t>
            </a:r>
          </a:p>
          <a:p>
            <a:endParaRPr lang="en-US" sz="1600" u="sng" dirty="0" smtClean="0"/>
          </a:p>
          <a:p>
            <a:endParaRPr lang="en-US" sz="1100" u="sng" dirty="0" smtClean="0"/>
          </a:p>
          <a:p>
            <a:r>
              <a:rPr lang="en-US" sz="2800" i="1" dirty="0" smtClean="0"/>
              <a:t>“</a:t>
            </a:r>
            <a:r>
              <a:rPr lang="en-US" sz="2800" i="1" dirty="0" err="1" smtClean="0"/>
              <a:t>Evizon</a:t>
            </a:r>
            <a:r>
              <a:rPr lang="en-US" sz="2800" i="1" dirty="0" smtClean="0"/>
              <a:t> transforms university memories into structured intelligence.”</a:t>
            </a:r>
            <a:endParaRPr lang="en-US" sz="2800" i="1" u="sng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9450" y="4474577"/>
            <a:ext cx="5760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 respect your Attention for Us!</a:t>
            </a:r>
            <a:br>
              <a:rPr lang="en-US" sz="2400" dirty="0" smtClean="0"/>
            </a:br>
            <a:r>
              <a:rPr lang="en-US" sz="2400" dirty="0" smtClean="0"/>
              <a:t>Any Questions?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594600" y="6400800"/>
            <a:ext cx="538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Team </a:t>
            </a:r>
            <a:r>
              <a:rPr lang="en-US" sz="2000" b="1" dirty="0" err="1" smtClean="0"/>
              <a:t>ZenX</a:t>
            </a:r>
            <a:r>
              <a:rPr lang="en-US" sz="2000" b="1" dirty="0" smtClean="0"/>
              <a:t> Labs</a:t>
            </a:r>
            <a:r>
              <a:rPr lang="en-US" sz="2000" dirty="0" smtClean="0"/>
              <a:t> | </a:t>
            </a:r>
            <a:r>
              <a:rPr lang="en-US" sz="2000" dirty="0" err="1" smtClean="0"/>
              <a:t>Brainware</a:t>
            </a:r>
            <a:r>
              <a:rPr lang="en-US" sz="2000" dirty="0" smtClean="0"/>
              <a:t> AI Hackathon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914" y="2324441"/>
            <a:ext cx="3160486" cy="316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70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166</TotalTime>
  <Words>249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AIZEN</dc:creator>
  <cp:lastModifiedBy>AIZEN</cp:lastModifiedBy>
  <cp:revision>17</cp:revision>
  <dcterms:created xsi:type="dcterms:W3CDTF">2025-12-13T17:44:37Z</dcterms:created>
  <dcterms:modified xsi:type="dcterms:W3CDTF">2025-12-14T18:35:31Z</dcterms:modified>
</cp:coreProperties>
</file>